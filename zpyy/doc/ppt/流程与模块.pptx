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67DFC-15F7-14E7-106F-E7C01067B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9BE4B3-FBDE-0304-2199-6CF72C3B7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E67A9-7D3E-5D08-F082-B0CD19A5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AD9A49-7B67-2593-C1C1-090B04CE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DF360E-2A70-5B89-8E63-99FD45D2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712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46B63-16CE-39DE-BC76-3B002326E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DBF8B2-57BF-2F3D-860B-96335156C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20E064-2B1E-E57B-23A3-84B8A81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202C4-C176-BAB7-8CCB-DDE29872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3DE8AD-7D21-8E52-516F-0DE9B73BD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11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E48EB-5D18-6449-3EA3-517597CC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9E715A-19F4-1953-FFB5-01431DE0D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70B62A-43FA-AFB3-21FA-820F352C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B1DBE0-306E-A96C-F18C-DEFD6B25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657866-F3B8-CA97-341B-E97C5BC4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10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61775-C1C4-7300-5013-0FB3465B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AC884-3057-E425-0EF7-C252AFDD3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DD0A7C-8314-9DF2-164B-3F5197E51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5C203A-6520-66D4-7511-BF70B01B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0020DF-E53A-2CB8-2AC7-74E10B3F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89655-145E-357A-D458-88B7DC9D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86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E7D3A-7E37-1264-571D-689139AC6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D586F0-6C26-D09E-4B40-809D4D9E7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8F4AB4-D50B-FF43-77D5-EE0CDE15A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FEE5F7-A30C-058A-C0B0-1843526C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94A54A-2F28-D9D0-1AF5-F58B985A6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F9DCE7-0C34-6A72-7D81-98FC55DD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4F4961-05BD-F7C4-382D-53388F7FE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35A74-70AE-D318-0A58-4A0B70EA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24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ED740-0EB0-319E-70F3-B24ADBE1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AF6A51-EA5F-D30E-AA27-647B4633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8EA6CD-817E-622D-07B1-DE719E69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B70D29-77CD-C828-CBD5-2D0484ED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30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739AD8-58D4-CD9B-4395-C6FFE595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0BA3B7-3998-E7B1-AB8D-B60CF7F3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8B11C4-1328-8306-6F00-0C5C9F14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64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020810-28D0-39F5-31A5-C6BC03B8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04C075-808D-6512-7AC3-ADCE7D1FD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58971B-45E5-A258-5F56-52D657286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F8A784-D483-DE05-0351-B7253B22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11E43A-769A-183E-7E4C-2CA58BA6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F9A3B7-5175-6FF9-4BFF-A91B3314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961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33586-9F7B-F801-990D-BD527E3E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4B24FA-169A-9858-D3AF-0F30D66BE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F1982D-58EE-E6FA-40A9-43469B12E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2558B5-F3F4-D192-11F0-26E7DBDB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406C90-A03E-DAE3-8A80-9BA1D8DC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CA0702-6E36-B732-176C-095D4556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429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F2E3D-6D2F-6893-48B4-D4C900B5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23BC40-29C4-EB0A-BCFA-4CDCB4F45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64F0D6-D723-79EE-AD44-69B41776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42A15-065F-3B56-2D7B-1D6FBAB3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198E3-D09E-DED8-93B3-615775C4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07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45A415-4743-2B49-6C4C-01B287F75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FC2F79-528C-E666-6998-B2C77F65D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00D452-5B0E-F57A-BEC1-BFC10433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28B0A-16B2-6F8A-7FE9-EB4B4750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07BDC-DB20-22E9-CE59-BCB9853B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43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ED9F28-6972-DAFC-F9AD-14BE04A1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78B229-5D9A-8D73-1691-CE6A27738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896D17-3F95-CC8F-8B17-5F67485A85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98B3A-AE2B-42BF-B76C-A3B163078490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D00E7-A475-9FDA-6DC8-DFCC39876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7F08FF-C533-D210-8F8C-D8CA0DFA5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2B73D-1255-45D1-A853-B30821963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3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8775F0-128A-30B1-D51C-1DCE891C0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7832" y="6484293"/>
            <a:ext cx="5928360" cy="2156460"/>
          </a:xfrm>
          <a:prstGeom prst="rect">
            <a:avLst/>
          </a:prstGeom>
        </p:spPr>
      </p:pic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8176AF1C-C0DD-2928-3FCF-D2E1A791502E}"/>
              </a:ext>
            </a:extLst>
          </p:cNvPr>
          <p:cNvSpPr/>
          <p:nvPr/>
        </p:nvSpPr>
        <p:spPr>
          <a:xfrm>
            <a:off x="264277" y="1107516"/>
            <a:ext cx="401242" cy="234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NPC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流程图: 过程 8">
            <a:extLst>
              <a:ext uri="{FF2B5EF4-FFF2-40B4-BE49-F238E27FC236}">
                <a16:creationId xmlns:a16="http://schemas.microsoft.com/office/drawing/2014/main" id="{BB86D58A-BFDC-0274-D343-428011A9DF1F}"/>
              </a:ext>
            </a:extLst>
          </p:cNvPr>
          <p:cNvSpPr/>
          <p:nvPr/>
        </p:nvSpPr>
        <p:spPr>
          <a:xfrm>
            <a:off x="876300" y="372936"/>
            <a:ext cx="346710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IF1-IF2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11D594B-9E6A-CA0D-7F89-A7466389E3D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65519" y="1224754"/>
            <a:ext cx="210781" cy="10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流程图: 过程 20">
            <a:extLst>
              <a:ext uri="{FF2B5EF4-FFF2-40B4-BE49-F238E27FC236}">
                <a16:creationId xmlns:a16="http://schemas.microsoft.com/office/drawing/2014/main" id="{C009D49A-03F5-3543-BC84-2B4C775FD1A0}"/>
              </a:ext>
            </a:extLst>
          </p:cNvPr>
          <p:cNvSpPr/>
          <p:nvPr/>
        </p:nvSpPr>
        <p:spPr>
          <a:xfrm>
            <a:off x="881380" y="2319892"/>
            <a:ext cx="401242" cy="234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F227EA9C-71A9-41CE-07CB-DDE91CDF5606}"/>
              </a:ext>
            </a:extLst>
          </p:cNvPr>
          <p:cNvCxnSpPr>
            <a:endCxn id="21" idx="1"/>
          </p:cNvCxnSpPr>
          <p:nvPr/>
        </p:nvCxnSpPr>
        <p:spPr>
          <a:xfrm rot="16200000" flipH="1">
            <a:off x="204072" y="1759822"/>
            <a:ext cx="1212376" cy="14224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62FD5B1-1CED-8819-6CE5-113B0B7F17BB}"/>
              </a:ext>
            </a:extLst>
          </p:cNvPr>
          <p:cNvCxnSpPr>
            <a:cxnSpLocks/>
          </p:cNvCxnSpPr>
          <p:nvPr/>
        </p:nvCxnSpPr>
        <p:spPr>
          <a:xfrm>
            <a:off x="1223010" y="1085957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流程图: 过程 29">
            <a:extLst>
              <a:ext uri="{FF2B5EF4-FFF2-40B4-BE49-F238E27FC236}">
                <a16:creationId xmlns:a16="http://schemas.microsoft.com/office/drawing/2014/main" id="{D788047B-4567-EA45-6413-F4B6B5DCB718}"/>
              </a:ext>
            </a:extLst>
          </p:cNvPr>
          <p:cNvSpPr/>
          <p:nvPr/>
        </p:nvSpPr>
        <p:spPr>
          <a:xfrm>
            <a:off x="1680210" y="372936"/>
            <a:ext cx="346710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IF2-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46BE7DAB-6114-AFC9-03A2-BF18AC0A8FB5}"/>
              </a:ext>
            </a:extLst>
          </p:cNvPr>
          <p:cNvCxnSpPr>
            <a:cxnSpLocks/>
            <a:stCxn id="21" idx="3"/>
            <a:endCxn id="30" idx="1"/>
          </p:cNvCxnSpPr>
          <p:nvPr/>
        </p:nvCxnSpPr>
        <p:spPr>
          <a:xfrm flipV="1">
            <a:off x="1282622" y="1235741"/>
            <a:ext cx="397588" cy="12013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流程图: 过程 54">
            <a:extLst>
              <a:ext uri="{FF2B5EF4-FFF2-40B4-BE49-F238E27FC236}">
                <a16:creationId xmlns:a16="http://schemas.microsoft.com/office/drawing/2014/main" id="{AE4DD888-179E-35F3-D1EC-83B26663B91C}"/>
              </a:ext>
            </a:extLst>
          </p:cNvPr>
          <p:cNvSpPr/>
          <p:nvPr/>
        </p:nvSpPr>
        <p:spPr>
          <a:xfrm>
            <a:off x="2170112" y="1224753"/>
            <a:ext cx="628016" cy="2047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流程图: 过程 55">
            <a:extLst>
              <a:ext uri="{FF2B5EF4-FFF2-40B4-BE49-F238E27FC236}">
                <a16:creationId xmlns:a16="http://schemas.microsoft.com/office/drawing/2014/main" id="{44536AB0-5F10-4DA9-2FD6-6F238B1FE9E9}"/>
              </a:ext>
            </a:extLst>
          </p:cNvPr>
          <p:cNvSpPr/>
          <p:nvPr/>
        </p:nvSpPr>
        <p:spPr>
          <a:xfrm>
            <a:off x="2170112" y="1546751"/>
            <a:ext cx="628016" cy="2047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IMMGEN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92FF55B-C806-BDA6-5E9A-4CA0B694D488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2026920" y="1327133"/>
            <a:ext cx="14319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E38F189-AAA7-45D7-2A30-177B65DA1669}"/>
              </a:ext>
            </a:extLst>
          </p:cNvPr>
          <p:cNvCxnSpPr>
            <a:cxnSpLocks/>
          </p:cNvCxnSpPr>
          <p:nvPr/>
        </p:nvCxnSpPr>
        <p:spPr>
          <a:xfrm>
            <a:off x="2026920" y="1649130"/>
            <a:ext cx="14319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213BACD-53C1-6A87-54BC-22EA9AF5872C}"/>
              </a:ext>
            </a:extLst>
          </p:cNvPr>
          <p:cNvCxnSpPr>
            <a:cxnSpLocks/>
          </p:cNvCxnSpPr>
          <p:nvPr/>
        </p:nvCxnSpPr>
        <p:spPr>
          <a:xfrm>
            <a:off x="2026920" y="975467"/>
            <a:ext cx="998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E66143E5-A73B-2D1E-567B-037DEFD982BD}"/>
              </a:ext>
            </a:extLst>
          </p:cNvPr>
          <p:cNvCxnSpPr>
            <a:cxnSpLocks/>
          </p:cNvCxnSpPr>
          <p:nvPr/>
        </p:nvCxnSpPr>
        <p:spPr>
          <a:xfrm>
            <a:off x="2798128" y="1318911"/>
            <a:ext cx="2270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B633295-9012-9E6F-E813-5AA0DF0496DB}"/>
              </a:ext>
            </a:extLst>
          </p:cNvPr>
          <p:cNvCxnSpPr>
            <a:cxnSpLocks/>
          </p:cNvCxnSpPr>
          <p:nvPr/>
        </p:nvCxnSpPr>
        <p:spPr>
          <a:xfrm>
            <a:off x="2798128" y="1649130"/>
            <a:ext cx="2270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流程图: 过程 64">
            <a:extLst>
              <a:ext uri="{FF2B5EF4-FFF2-40B4-BE49-F238E27FC236}">
                <a16:creationId xmlns:a16="http://schemas.microsoft.com/office/drawing/2014/main" id="{29133600-C4CE-8BB9-4C74-095E642661B9}"/>
              </a:ext>
            </a:extLst>
          </p:cNvPr>
          <p:cNvSpPr/>
          <p:nvPr/>
        </p:nvSpPr>
        <p:spPr>
          <a:xfrm>
            <a:off x="3025140" y="372936"/>
            <a:ext cx="346710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流程图: 过程 66">
            <a:extLst>
              <a:ext uri="{FF2B5EF4-FFF2-40B4-BE49-F238E27FC236}">
                <a16:creationId xmlns:a16="http://schemas.microsoft.com/office/drawing/2014/main" id="{554FC0B8-5592-9B2E-CDF9-3DDABBB958D3}"/>
              </a:ext>
            </a:extLst>
          </p:cNvPr>
          <p:cNvSpPr/>
          <p:nvPr/>
        </p:nvSpPr>
        <p:spPr>
          <a:xfrm>
            <a:off x="3905250" y="1114703"/>
            <a:ext cx="346710" cy="329670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流程图: 过程 67">
            <a:extLst>
              <a:ext uri="{FF2B5EF4-FFF2-40B4-BE49-F238E27FC236}">
                <a16:creationId xmlns:a16="http://schemas.microsoft.com/office/drawing/2014/main" id="{F5435D83-BC7D-1C1B-E576-88DDFB13A9AE}"/>
              </a:ext>
            </a:extLst>
          </p:cNvPr>
          <p:cNvSpPr/>
          <p:nvPr/>
        </p:nvSpPr>
        <p:spPr>
          <a:xfrm>
            <a:off x="3589654" y="1555433"/>
            <a:ext cx="662306" cy="2047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ALUCTRL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B53DA74-FC69-DF3F-2024-230E9D2245B9}"/>
              </a:ext>
            </a:extLst>
          </p:cNvPr>
          <p:cNvCxnSpPr>
            <a:cxnSpLocks/>
          </p:cNvCxnSpPr>
          <p:nvPr/>
        </p:nvCxnSpPr>
        <p:spPr>
          <a:xfrm>
            <a:off x="3371850" y="1657813"/>
            <a:ext cx="2270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5335B2C-D5C2-CA8B-9297-16C22281A771}"/>
              </a:ext>
            </a:extLst>
          </p:cNvPr>
          <p:cNvCxnSpPr>
            <a:cxnSpLocks/>
          </p:cNvCxnSpPr>
          <p:nvPr/>
        </p:nvCxnSpPr>
        <p:spPr>
          <a:xfrm>
            <a:off x="3367658" y="1199119"/>
            <a:ext cx="551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626B0D2-B2FF-7AA2-0972-63BF2373FD2C}"/>
              </a:ext>
            </a:extLst>
          </p:cNvPr>
          <p:cNvCxnSpPr>
            <a:cxnSpLocks/>
          </p:cNvCxnSpPr>
          <p:nvPr/>
        </p:nvCxnSpPr>
        <p:spPr>
          <a:xfrm>
            <a:off x="3369548" y="971764"/>
            <a:ext cx="1099582" cy="3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EA8420A1-14D4-0923-E300-177D55AE54C9}"/>
              </a:ext>
            </a:extLst>
          </p:cNvPr>
          <p:cNvCxnSpPr>
            <a:cxnSpLocks/>
          </p:cNvCxnSpPr>
          <p:nvPr/>
        </p:nvCxnSpPr>
        <p:spPr>
          <a:xfrm>
            <a:off x="4251960" y="1341991"/>
            <a:ext cx="2171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104A281-2F44-E050-F545-6607F05D9F88}"/>
              </a:ext>
            </a:extLst>
          </p:cNvPr>
          <p:cNvCxnSpPr>
            <a:cxnSpLocks/>
            <a:stCxn id="68" idx="3"/>
          </p:cNvCxnSpPr>
          <p:nvPr/>
        </p:nvCxnSpPr>
        <p:spPr>
          <a:xfrm flipV="1">
            <a:off x="4251960" y="1657812"/>
            <a:ext cx="217170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流程图: 过程 82">
            <a:extLst>
              <a:ext uri="{FF2B5EF4-FFF2-40B4-BE49-F238E27FC236}">
                <a16:creationId xmlns:a16="http://schemas.microsoft.com/office/drawing/2014/main" id="{627D35F5-2D4A-7018-D723-1A1F05EB3327}"/>
              </a:ext>
            </a:extLst>
          </p:cNvPr>
          <p:cNvSpPr/>
          <p:nvPr/>
        </p:nvSpPr>
        <p:spPr>
          <a:xfrm>
            <a:off x="4472306" y="372936"/>
            <a:ext cx="346710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流程图: 过程 84">
            <a:extLst>
              <a:ext uri="{FF2B5EF4-FFF2-40B4-BE49-F238E27FC236}">
                <a16:creationId xmlns:a16="http://schemas.microsoft.com/office/drawing/2014/main" id="{A75094BC-AA51-E9A3-B621-49DD79F71805}"/>
              </a:ext>
            </a:extLst>
          </p:cNvPr>
          <p:cNvSpPr/>
          <p:nvPr/>
        </p:nvSpPr>
        <p:spPr>
          <a:xfrm>
            <a:off x="5087304" y="1022877"/>
            <a:ext cx="530224" cy="56649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Bypass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流程图: 过程 85">
            <a:extLst>
              <a:ext uri="{FF2B5EF4-FFF2-40B4-BE49-F238E27FC236}">
                <a16:creationId xmlns:a16="http://schemas.microsoft.com/office/drawing/2014/main" id="{0A1DFF34-5777-454D-1DAC-ECADA6AC9107}"/>
              </a:ext>
            </a:extLst>
          </p:cNvPr>
          <p:cNvSpPr/>
          <p:nvPr/>
        </p:nvSpPr>
        <p:spPr>
          <a:xfrm>
            <a:off x="5677770" y="1767171"/>
            <a:ext cx="530224" cy="45842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Hazard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流程图: 手动操作 87">
            <a:extLst>
              <a:ext uri="{FF2B5EF4-FFF2-40B4-BE49-F238E27FC236}">
                <a16:creationId xmlns:a16="http://schemas.microsoft.com/office/drawing/2014/main" id="{4465C8AB-E431-BBD4-3E19-0E70A873B9DB}"/>
              </a:ext>
            </a:extLst>
          </p:cNvPr>
          <p:cNvSpPr/>
          <p:nvPr/>
        </p:nvSpPr>
        <p:spPr>
          <a:xfrm rot="-5400000">
            <a:off x="5882057" y="1260499"/>
            <a:ext cx="652678" cy="224792"/>
          </a:xfrm>
          <a:prstGeom prst="flowChartManualOpe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A513C5A-CC81-4E37-B5F4-CA4B1C5E4284}"/>
              </a:ext>
            </a:extLst>
          </p:cNvPr>
          <p:cNvSpPr txBox="1"/>
          <p:nvPr/>
        </p:nvSpPr>
        <p:spPr>
          <a:xfrm rot="5400000">
            <a:off x="5871733" y="1276734"/>
            <a:ext cx="6526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ALUMUX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B38EB761-5E9A-6509-8B2D-AECDD122386B}"/>
              </a:ext>
            </a:extLst>
          </p:cNvPr>
          <p:cNvCxnSpPr>
            <a:cxnSpLocks/>
          </p:cNvCxnSpPr>
          <p:nvPr/>
        </p:nvCxnSpPr>
        <p:spPr>
          <a:xfrm>
            <a:off x="5623178" y="1488534"/>
            <a:ext cx="478472" cy="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D1F542D9-6710-1059-CF52-35FDF85C7153}"/>
              </a:ext>
            </a:extLst>
          </p:cNvPr>
          <p:cNvCxnSpPr>
            <a:cxnSpLocks/>
          </p:cNvCxnSpPr>
          <p:nvPr/>
        </p:nvCxnSpPr>
        <p:spPr>
          <a:xfrm>
            <a:off x="4819016" y="746911"/>
            <a:ext cx="1276983" cy="449706"/>
          </a:xfrm>
          <a:prstGeom prst="bentConnector3">
            <a:avLst>
              <a:gd name="adj1" fmla="val 750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00742721-DA42-FD63-430F-6DFF337A5E39}"/>
              </a:ext>
            </a:extLst>
          </p:cNvPr>
          <p:cNvCxnSpPr>
            <a:cxnSpLocks/>
          </p:cNvCxnSpPr>
          <p:nvPr/>
        </p:nvCxnSpPr>
        <p:spPr>
          <a:xfrm>
            <a:off x="5785177" y="746911"/>
            <a:ext cx="423219" cy="363011"/>
          </a:xfrm>
          <a:prstGeom prst="bentConnector3">
            <a:avLst>
              <a:gd name="adj1" fmla="val 1004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2792C1-B287-9796-CC61-CB0D2F078A3B}"/>
              </a:ext>
            </a:extLst>
          </p:cNvPr>
          <p:cNvCxnSpPr>
            <a:cxnSpLocks/>
          </p:cNvCxnSpPr>
          <p:nvPr/>
        </p:nvCxnSpPr>
        <p:spPr>
          <a:xfrm>
            <a:off x="4819016" y="1535866"/>
            <a:ext cx="268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E8F36FB-9132-5A96-24CE-F5BE0ABC0589}"/>
              </a:ext>
            </a:extLst>
          </p:cNvPr>
          <p:cNvCxnSpPr>
            <a:cxnSpLocks/>
          </p:cNvCxnSpPr>
          <p:nvPr/>
        </p:nvCxnSpPr>
        <p:spPr>
          <a:xfrm>
            <a:off x="4819016" y="1861008"/>
            <a:ext cx="8587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9D0A778A-90C0-40C2-C39D-5DA8A88C0124}"/>
              </a:ext>
            </a:extLst>
          </p:cNvPr>
          <p:cNvCxnSpPr>
            <a:cxnSpLocks/>
          </p:cNvCxnSpPr>
          <p:nvPr/>
        </p:nvCxnSpPr>
        <p:spPr>
          <a:xfrm>
            <a:off x="6332068" y="1372895"/>
            <a:ext cx="2789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88E70055-68AA-BF4F-B1E8-48698A8F69DC}"/>
              </a:ext>
            </a:extLst>
          </p:cNvPr>
          <p:cNvCxnSpPr>
            <a:cxnSpLocks/>
          </p:cNvCxnSpPr>
          <p:nvPr/>
        </p:nvCxnSpPr>
        <p:spPr>
          <a:xfrm>
            <a:off x="6208396" y="746911"/>
            <a:ext cx="4025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流程图: 过程 117">
            <a:extLst>
              <a:ext uri="{FF2B5EF4-FFF2-40B4-BE49-F238E27FC236}">
                <a16:creationId xmlns:a16="http://schemas.microsoft.com/office/drawing/2014/main" id="{0AF47096-91FE-92D1-26EF-0F94B5775044}"/>
              </a:ext>
            </a:extLst>
          </p:cNvPr>
          <p:cNvSpPr/>
          <p:nvPr/>
        </p:nvSpPr>
        <p:spPr>
          <a:xfrm>
            <a:off x="6612556" y="372936"/>
            <a:ext cx="402572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Ex1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流程图: 过程 118">
            <a:extLst>
              <a:ext uri="{FF2B5EF4-FFF2-40B4-BE49-F238E27FC236}">
                <a16:creationId xmlns:a16="http://schemas.microsoft.com/office/drawing/2014/main" id="{DF37BA68-9C92-02E6-1489-8816D0CE2C48}"/>
              </a:ext>
            </a:extLst>
          </p:cNvPr>
          <p:cNvSpPr/>
          <p:nvPr/>
        </p:nvSpPr>
        <p:spPr>
          <a:xfrm>
            <a:off x="7294028" y="1306124"/>
            <a:ext cx="385729" cy="56649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B64515E7-5A5D-FAAA-07D5-B69025DF9B11}"/>
              </a:ext>
            </a:extLst>
          </p:cNvPr>
          <p:cNvCxnSpPr>
            <a:cxnSpLocks/>
          </p:cNvCxnSpPr>
          <p:nvPr/>
        </p:nvCxnSpPr>
        <p:spPr>
          <a:xfrm>
            <a:off x="7015128" y="1564909"/>
            <a:ext cx="2789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B7BD1CC9-D7C1-8757-710D-215AFC739A43}"/>
              </a:ext>
            </a:extLst>
          </p:cNvPr>
          <p:cNvCxnSpPr>
            <a:cxnSpLocks/>
          </p:cNvCxnSpPr>
          <p:nvPr/>
        </p:nvCxnSpPr>
        <p:spPr>
          <a:xfrm>
            <a:off x="7015128" y="962631"/>
            <a:ext cx="9435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664A664E-70A7-16BB-F021-1FADAD6FA15F}"/>
              </a:ext>
            </a:extLst>
          </p:cNvPr>
          <p:cNvCxnSpPr>
            <a:cxnSpLocks/>
          </p:cNvCxnSpPr>
          <p:nvPr/>
        </p:nvCxnSpPr>
        <p:spPr>
          <a:xfrm>
            <a:off x="7679757" y="1574500"/>
            <a:ext cx="2789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流程图: 过程 124">
            <a:extLst>
              <a:ext uri="{FF2B5EF4-FFF2-40B4-BE49-F238E27FC236}">
                <a16:creationId xmlns:a16="http://schemas.microsoft.com/office/drawing/2014/main" id="{046ECE07-EECC-EE0A-BA02-5DAADC92BDA5}"/>
              </a:ext>
            </a:extLst>
          </p:cNvPr>
          <p:cNvSpPr/>
          <p:nvPr/>
        </p:nvSpPr>
        <p:spPr>
          <a:xfrm>
            <a:off x="7958657" y="372936"/>
            <a:ext cx="402572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Ex1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015DE1DF-8A6B-401A-7690-FB2569C8ACDB}"/>
              </a:ext>
            </a:extLst>
          </p:cNvPr>
          <p:cNvCxnSpPr>
            <a:cxnSpLocks/>
          </p:cNvCxnSpPr>
          <p:nvPr/>
        </p:nvCxnSpPr>
        <p:spPr>
          <a:xfrm>
            <a:off x="8361229" y="1583841"/>
            <a:ext cx="2789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流程图: 过程 126">
            <a:extLst>
              <a:ext uri="{FF2B5EF4-FFF2-40B4-BE49-F238E27FC236}">
                <a16:creationId xmlns:a16="http://schemas.microsoft.com/office/drawing/2014/main" id="{EFDE1D0C-4AFD-B833-A3EC-1020D8B4DCBB}"/>
              </a:ext>
            </a:extLst>
          </p:cNvPr>
          <p:cNvSpPr/>
          <p:nvPr/>
        </p:nvSpPr>
        <p:spPr>
          <a:xfrm>
            <a:off x="8648990" y="1321674"/>
            <a:ext cx="582562" cy="56649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9D8EB990-05D5-E37E-A37F-1EA0296D6C06}"/>
              </a:ext>
            </a:extLst>
          </p:cNvPr>
          <p:cNvCxnSpPr>
            <a:cxnSpLocks/>
          </p:cNvCxnSpPr>
          <p:nvPr/>
        </p:nvCxnSpPr>
        <p:spPr>
          <a:xfrm>
            <a:off x="8361229" y="971764"/>
            <a:ext cx="10509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0B301EA-6624-D1BE-6944-08A8DC789FBE}"/>
              </a:ext>
            </a:extLst>
          </p:cNvPr>
          <p:cNvCxnSpPr>
            <a:cxnSpLocks/>
          </p:cNvCxnSpPr>
          <p:nvPr/>
        </p:nvCxnSpPr>
        <p:spPr>
          <a:xfrm>
            <a:off x="9231552" y="1604921"/>
            <a:ext cx="1871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流程图: 过程 131">
            <a:extLst>
              <a:ext uri="{FF2B5EF4-FFF2-40B4-BE49-F238E27FC236}">
                <a16:creationId xmlns:a16="http://schemas.microsoft.com/office/drawing/2014/main" id="{724AE349-7D14-6BBF-181A-F2D420795268}"/>
              </a:ext>
            </a:extLst>
          </p:cNvPr>
          <p:cNvSpPr/>
          <p:nvPr/>
        </p:nvSpPr>
        <p:spPr>
          <a:xfrm>
            <a:off x="9421085" y="380112"/>
            <a:ext cx="402572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Ex2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Mem1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连接符: 肘形 134">
            <a:extLst>
              <a:ext uri="{FF2B5EF4-FFF2-40B4-BE49-F238E27FC236}">
                <a16:creationId xmlns:a16="http://schemas.microsoft.com/office/drawing/2014/main" id="{4862B808-2E82-9EE6-C2BF-1F4DF163305F}"/>
              </a:ext>
            </a:extLst>
          </p:cNvPr>
          <p:cNvCxnSpPr>
            <a:cxnSpLocks/>
          </p:cNvCxnSpPr>
          <p:nvPr/>
        </p:nvCxnSpPr>
        <p:spPr>
          <a:xfrm flipH="1">
            <a:off x="8373101" y="746911"/>
            <a:ext cx="1445375" cy="2089640"/>
          </a:xfrm>
          <a:prstGeom prst="bentConnector3">
            <a:avLst>
              <a:gd name="adj1" fmla="val -516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流程图: 过程 141">
            <a:extLst>
              <a:ext uri="{FF2B5EF4-FFF2-40B4-BE49-F238E27FC236}">
                <a16:creationId xmlns:a16="http://schemas.microsoft.com/office/drawing/2014/main" id="{16638352-D3B2-A0C7-A24D-A18662B04C22}"/>
              </a:ext>
            </a:extLst>
          </p:cNvPr>
          <p:cNvSpPr/>
          <p:nvPr/>
        </p:nvSpPr>
        <p:spPr>
          <a:xfrm>
            <a:off x="7968216" y="2437130"/>
            <a:ext cx="402572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Mem1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流程图: 过程 142">
            <a:extLst>
              <a:ext uri="{FF2B5EF4-FFF2-40B4-BE49-F238E27FC236}">
                <a16:creationId xmlns:a16="http://schemas.microsoft.com/office/drawing/2014/main" id="{792AFE63-F583-1164-B2BC-A523962D64D2}"/>
              </a:ext>
            </a:extLst>
          </p:cNvPr>
          <p:cNvSpPr/>
          <p:nvPr/>
        </p:nvSpPr>
        <p:spPr>
          <a:xfrm>
            <a:off x="7679757" y="4242915"/>
            <a:ext cx="956244" cy="45842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Bridge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流程图: 过程 148">
            <a:extLst>
              <a:ext uri="{FF2B5EF4-FFF2-40B4-BE49-F238E27FC236}">
                <a16:creationId xmlns:a16="http://schemas.microsoft.com/office/drawing/2014/main" id="{81D7FB36-0C1F-B97F-C5A3-837F0C8A6701}"/>
              </a:ext>
            </a:extLst>
          </p:cNvPr>
          <p:cNvSpPr/>
          <p:nvPr/>
        </p:nvSpPr>
        <p:spPr>
          <a:xfrm>
            <a:off x="8947838" y="3249687"/>
            <a:ext cx="756959" cy="358627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Request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5B2C3145-0D7B-E8CF-5F0C-859A3F5601A7}"/>
              </a:ext>
            </a:extLst>
          </p:cNvPr>
          <p:cNvCxnSpPr>
            <a:cxnSpLocks/>
          </p:cNvCxnSpPr>
          <p:nvPr/>
        </p:nvCxnSpPr>
        <p:spPr>
          <a:xfrm>
            <a:off x="9326318" y="2836551"/>
            <a:ext cx="0" cy="4131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640562BF-A850-8840-6FBB-F8527D24B0AD}"/>
              </a:ext>
            </a:extLst>
          </p:cNvPr>
          <p:cNvCxnSpPr>
            <a:cxnSpLocks/>
          </p:cNvCxnSpPr>
          <p:nvPr/>
        </p:nvCxnSpPr>
        <p:spPr>
          <a:xfrm rot="5400000">
            <a:off x="8553713" y="2922967"/>
            <a:ext cx="1730017" cy="155718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6BEDCAEA-3D10-EAEE-5AFD-7D5BD986C0FD}"/>
              </a:ext>
            </a:extLst>
          </p:cNvPr>
          <p:cNvCxnSpPr>
            <a:cxnSpLocks/>
          </p:cNvCxnSpPr>
          <p:nvPr/>
        </p:nvCxnSpPr>
        <p:spPr>
          <a:xfrm rot="5400000">
            <a:off x="8576618" y="3654383"/>
            <a:ext cx="809082" cy="69031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流程图: 过程 166">
            <a:extLst>
              <a:ext uri="{FF2B5EF4-FFF2-40B4-BE49-F238E27FC236}">
                <a16:creationId xmlns:a16="http://schemas.microsoft.com/office/drawing/2014/main" id="{A3BCE633-80C5-946B-017A-F461D409385F}"/>
              </a:ext>
            </a:extLst>
          </p:cNvPr>
          <p:cNvSpPr/>
          <p:nvPr/>
        </p:nvSpPr>
        <p:spPr>
          <a:xfrm>
            <a:off x="6922798" y="3511917"/>
            <a:ext cx="756959" cy="358627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Response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8" name="连接符: 肘形 167">
            <a:extLst>
              <a:ext uri="{FF2B5EF4-FFF2-40B4-BE49-F238E27FC236}">
                <a16:creationId xmlns:a16="http://schemas.microsoft.com/office/drawing/2014/main" id="{419FF760-29B3-45A6-2591-2311B5C6DAF3}"/>
              </a:ext>
            </a:extLst>
          </p:cNvPr>
          <p:cNvCxnSpPr>
            <a:cxnSpLocks/>
            <a:stCxn id="143" idx="1"/>
          </p:cNvCxnSpPr>
          <p:nvPr/>
        </p:nvCxnSpPr>
        <p:spPr>
          <a:xfrm rot="10800000">
            <a:off x="7154579" y="3863536"/>
            <a:ext cx="525179" cy="608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70">
            <a:extLst>
              <a:ext uri="{FF2B5EF4-FFF2-40B4-BE49-F238E27FC236}">
                <a16:creationId xmlns:a16="http://schemas.microsoft.com/office/drawing/2014/main" id="{414AFE03-9E9F-3EE7-2310-EEFE9B37AA04}"/>
              </a:ext>
            </a:extLst>
          </p:cNvPr>
          <p:cNvCxnSpPr>
            <a:cxnSpLocks/>
          </p:cNvCxnSpPr>
          <p:nvPr/>
        </p:nvCxnSpPr>
        <p:spPr>
          <a:xfrm rot="10800000">
            <a:off x="7427849" y="3870544"/>
            <a:ext cx="538516" cy="21170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E8D95AE6-1B62-CF77-DCC2-5D03C5A99DB7}"/>
              </a:ext>
            </a:extLst>
          </p:cNvPr>
          <p:cNvCxnSpPr>
            <a:cxnSpLocks/>
            <a:stCxn id="167" idx="1"/>
          </p:cNvCxnSpPr>
          <p:nvPr/>
        </p:nvCxnSpPr>
        <p:spPr>
          <a:xfrm flipH="1" flipV="1">
            <a:off x="6510671" y="3691230"/>
            <a:ext cx="41212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B2D39474-5635-38B6-8B7D-D4412AAF2905}"/>
              </a:ext>
            </a:extLst>
          </p:cNvPr>
          <p:cNvCxnSpPr>
            <a:cxnSpLocks/>
          </p:cNvCxnSpPr>
          <p:nvPr/>
        </p:nvCxnSpPr>
        <p:spPr>
          <a:xfrm flipH="1">
            <a:off x="6510671" y="2871582"/>
            <a:ext cx="14634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流程图: 过程 188">
            <a:extLst>
              <a:ext uri="{FF2B5EF4-FFF2-40B4-BE49-F238E27FC236}">
                <a16:creationId xmlns:a16="http://schemas.microsoft.com/office/drawing/2014/main" id="{0CF6C587-FC0F-EE4D-838D-FC07C34D5B58}"/>
              </a:ext>
            </a:extLst>
          </p:cNvPr>
          <p:cNvSpPr/>
          <p:nvPr/>
        </p:nvSpPr>
        <p:spPr>
          <a:xfrm>
            <a:off x="6117588" y="2437129"/>
            <a:ext cx="402572" cy="172560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Mem2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Wb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流程图: 手动操作 193">
            <a:extLst>
              <a:ext uri="{FF2B5EF4-FFF2-40B4-BE49-F238E27FC236}">
                <a16:creationId xmlns:a16="http://schemas.microsoft.com/office/drawing/2014/main" id="{A9B5D685-1BFF-8A92-237E-D896E4109A70}"/>
              </a:ext>
            </a:extLst>
          </p:cNvPr>
          <p:cNvSpPr/>
          <p:nvPr/>
        </p:nvSpPr>
        <p:spPr>
          <a:xfrm rot="5400000">
            <a:off x="5208230" y="3305043"/>
            <a:ext cx="652678" cy="224792"/>
          </a:xfrm>
          <a:prstGeom prst="flowChartManualOpe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4B5AB31A-23CB-6F39-7E7F-50B65B1DFA70}"/>
              </a:ext>
            </a:extLst>
          </p:cNvPr>
          <p:cNvSpPr txBox="1"/>
          <p:nvPr/>
        </p:nvSpPr>
        <p:spPr>
          <a:xfrm rot="16200000">
            <a:off x="5205406" y="3291856"/>
            <a:ext cx="6526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WB MUX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7" name="连接符: 肘形 196">
            <a:extLst>
              <a:ext uri="{FF2B5EF4-FFF2-40B4-BE49-F238E27FC236}">
                <a16:creationId xmlns:a16="http://schemas.microsoft.com/office/drawing/2014/main" id="{DE00854A-1EAA-391E-A990-7C51D4FAD36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32866" y="2829905"/>
            <a:ext cx="599926" cy="3215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18673C23-C739-A607-A275-F72F4AF19C91}"/>
              </a:ext>
            </a:extLst>
          </p:cNvPr>
          <p:cNvCxnSpPr>
            <a:cxnSpLocks/>
          </p:cNvCxnSpPr>
          <p:nvPr/>
        </p:nvCxnSpPr>
        <p:spPr>
          <a:xfrm flipH="1" flipV="1">
            <a:off x="5625071" y="3438685"/>
            <a:ext cx="492517" cy="89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连接符: 肘形 207">
            <a:extLst>
              <a:ext uri="{FF2B5EF4-FFF2-40B4-BE49-F238E27FC236}">
                <a16:creationId xmlns:a16="http://schemas.microsoft.com/office/drawing/2014/main" id="{CFEDBE91-52D0-307B-AC6E-98C915087AB5}"/>
              </a:ext>
            </a:extLst>
          </p:cNvPr>
          <p:cNvCxnSpPr>
            <a:cxnSpLocks/>
            <a:stCxn id="194" idx="2"/>
            <a:endCxn id="67" idx="1"/>
          </p:cNvCxnSpPr>
          <p:nvPr/>
        </p:nvCxnSpPr>
        <p:spPr>
          <a:xfrm rot="10800000">
            <a:off x="3905251" y="1279539"/>
            <a:ext cx="1516923" cy="2137901"/>
          </a:xfrm>
          <a:prstGeom prst="bentConnector3">
            <a:avLst>
              <a:gd name="adj1" fmla="val 12913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连接符: 肘形 213">
            <a:extLst>
              <a:ext uri="{FF2B5EF4-FFF2-40B4-BE49-F238E27FC236}">
                <a16:creationId xmlns:a16="http://schemas.microsoft.com/office/drawing/2014/main" id="{8F06D39B-9A28-22D0-E835-308411C328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05838" y="2134879"/>
            <a:ext cx="2333117" cy="22125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流程图: 过程 264">
            <a:extLst>
              <a:ext uri="{FF2B5EF4-FFF2-40B4-BE49-F238E27FC236}">
                <a16:creationId xmlns:a16="http://schemas.microsoft.com/office/drawing/2014/main" id="{23A92AD8-5401-BF20-7209-5C9A4ED75454}"/>
              </a:ext>
            </a:extLst>
          </p:cNvPr>
          <p:cNvSpPr/>
          <p:nvPr/>
        </p:nvSpPr>
        <p:spPr>
          <a:xfrm>
            <a:off x="7679757" y="4935776"/>
            <a:ext cx="401242" cy="234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流程图: 过程 265">
            <a:extLst>
              <a:ext uri="{FF2B5EF4-FFF2-40B4-BE49-F238E27FC236}">
                <a16:creationId xmlns:a16="http://schemas.microsoft.com/office/drawing/2014/main" id="{54A53C63-29EB-AE4F-3122-4A900C8DC4A5}"/>
              </a:ext>
            </a:extLst>
          </p:cNvPr>
          <p:cNvSpPr/>
          <p:nvPr/>
        </p:nvSpPr>
        <p:spPr>
          <a:xfrm>
            <a:off x="8169502" y="4935776"/>
            <a:ext cx="523763" cy="234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64758941-32FE-EB71-E6B0-2CFFB625ACF8}"/>
              </a:ext>
            </a:extLst>
          </p:cNvPr>
          <p:cNvCxnSpPr>
            <a:cxnSpLocks/>
          </p:cNvCxnSpPr>
          <p:nvPr/>
        </p:nvCxnSpPr>
        <p:spPr>
          <a:xfrm>
            <a:off x="7812152" y="4708543"/>
            <a:ext cx="0" cy="2128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>
            <a:extLst>
              <a:ext uri="{FF2B5EF4-FFF2-40B4-BE49-F238E27FC236}">
                <a16:creationId xmlns:a16="http://schemas.microsoft.com/office/drawing/2014/main" id="{9C42C4A5-30C3-AAB7-331B-BCB2E398DE8A}"/>
              </a:ext>
            </a:extLst>
          </p:cNvPr>
          <p:cNvCxnSpPr>
            <a:cxnSpLocks/>
          </p:cNvCxnSpPr>
          <p:nvPr/>
        </p:nvCxnSpPr>
        <p:spPr>
          <a:xfrm flipV="1">
            <a:off x="7957415" y="4701337"/>
            <a:ext cx="0" cy="234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直接箭头连接符 278">
            <a:extLst>
              <a:ext uri="{FF2B5EF4-FFF2-40B4-BE49-F238E27FC236}">
                <a16:creationId xmlns:a16="http://schemas.microsoft.com/office/drawing/2014/main" id="{4CB0E607-9E13-D938-28BC-6951C428DD36}"/>
              </a:ext>
            </a:extLst>
          </p:cNvPr>
          <p:cNvCxnSpPr>
            <a:cxnSpLocks/>
          </p:cNvCxnSpPr>
          <p:nvPr/>
        </p:nvCxnSpPr>
        <p:spPr>
          <a:xfrm>
            <a:off x="8358252" y="4715749"/>
            <a:ext cx="0" cy="2128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直接箭头连接符 279">
            <a:extLst>
              <a:ext uri="{FF2B5EF4-FFF2-40B4-BE49-F238E27FC236}">
                <a16:creationId xmlns:a16="http://schemas.microsoft.com/office/drawing/2014/main" id="{CB9CA2DF-A6C8-83A5-61C9-F3A942E8B970}"/>
              </a:ext>
            </a:extLst>
          </p:cNvPr>
          <p:cNvCxnSpPr>
            <a:cxnSpLocks/>
          </p:cNvCxnSpPr>
          <p:nvPr/>
        </p:nvCxnSpPr>
        <p:spPr>
          <a:xfrm flipV="1">
            <a:off x="8503515" y="4708543"/>
            <a:ext cx="0" cy="234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直接连接符 281">
            <a:extLst>
              <a:ext uri="{FF2B5EF4-FFF2-40B4-BE49-F238E27FC236}">
                <a16:creationId xmlns:a16="http://schemas.microsoft.com/office/drawing/2014/main" id="{4172A1C7-BB8F-8B61-1682-5DC9DE486A3D}"/>
              </a:ext>
            </a:extLst>
          </p:cNvPr>
          <p:cNvCxnSpPr>
            <a:cxnSpLocks/>
          </p:cNvCxnSpPr>
          <p:nvPr/>
        </p:nvCxnSpPr>
        <p:spPr>
          <a:xfrm>
            <a:off x="7792284" y="1574845"/>
            <a:ext cx="0" cy="789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连接符: 肘形 288">
            <a:extLst>
              <a:ext uri="{FF2B5EF4-FFF2-40B4-BE49-F238E27FC236}">
                <a16:creationId xmlns:a16="http://schemas.microsoft.com/office/drawing/2014/main" id="{2BEF48DD-DC98-1997-8C93-556D20FC5866}"/>
              </a:ext>
            </a:extLst>
          </p:cNvPr>
          <p:cNvCxnSpPr>
            <a:cxnSpLocks/>
          </p:cNvCxnSpPr>
          <p:nvPr/>
        </p:nvCxnSpPr>
        <p:spPr>
          <a:xfrm rot="10800000">
            <a:off x="5082554" y="1461801"/>
            <a:ext cx="2717726" cy="895985"/>
          </a:xfrm>
          <a:prstGeom prst="bentConnector3">
            <a:avLst>
              <a:gd name="adj1" fmla="val 10672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4EF67049-DDE7-0226-580A-A7B35C9E99E2}"/>
              </a:ext>
            </a:extLst>
          </p:cNvPr>
          <p:cNvCxnSpPr>
            <a:cxnSpLocks/>
          </p:cNvCxnSpPr>
          <p:nvPr/>
        </p:nvCxnSpPr>
        <p:spPr>
          <a:xfrm>
            <a:off x="9304380" y="1604921"/>
            <a:ext cx="0" cy="7149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连接符: 肘形 301">
            <a:extLst>
              <a:ext uri="{FF2B5EF4-FFF2-40B4-BE49-F238E27FC236}">
                <a16:creationId xmlns:a16="http://schemas.microsoft.com/office/drawing/2014/main" id="{1F99961D-E389-BC35-5F9B-B7AF38897E43}"/>
              </a:ext>
            </a:extLst>
          </p:cNvPr>
          <p:cNvCxnSpPr>
            <a:cxnSpLocks/>
            <a:endCxn id="85" idx="1"/>
          </p:cNvCxnSpPr>
          <p:nvPr/>
        </p:nvCxnSpPr>
        <p:spPr>
          <a:xfrm rot="10800000">
            <a:off x="5087304" y="1306124"/>
            <a:ext cx="4217076" cy="1002222"/>
          </a:xfrm>
          <a:prstGeom prst="bentConnector3">
            <a:avLst>
              <a:gd name="adj1" fmla="val 1033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连接符: 肘形 304">
            <a:extLst>
              <a:ext uri="{FF2B5EF4-FFF2-40B4-BE49-F238E27FC236}">
                <a16:creationId xmlns:a16="http://schemas.microsoft.com/office/drawing/2014/main" id="{9FCB7EEE-33DF-C134-C6BC-A0ECBA322A5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62616" y="1627516"/>
            <a:ext cx="2489635" cy="1652249"/>
          </a:xfrm>
          <a:prstGeom prst="bentConnector4">
            <a:avLst>
              <a:gd name="adj1" fmla="val 44311"/>
              <a:gd name="adj2" fmla="val 1061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733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宽屏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Pengyu Zhu</dc:creator>
  <cp:lastModifiedBy>Pengyu Zhu</cp:lastModifiedBy>
  <cp:revision>1</cp:revision>
  <dcterms:created xsi:type="dcterms:W3CDTF">2026-04-08T08:39:31Z</dcterms:created>
  <dcterms:modified xsi:type="dcterms:W3CDTF">2026-04-08T08:39:58Z</dcterms:modified>
</cp:coreProperties>
</file>